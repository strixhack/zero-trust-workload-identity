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1371600"/>
            <a:ext cx="1828800" cy="182880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08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Demo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576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 for 3 Presenters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SPIFFE · SPIRE · mTLS · Workload Identity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4206240"/>
            <a:ext cx="2834640" cy="5943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4251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· Happy Path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4206240"/>
            <a:ext cx="283464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4251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· Rotation Gap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4206240"/>
            <a:ext cx="2834640" cy="594360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4251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· Sidecar Bypass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Presentation  ·  Security Faculty  ·  24 min demo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Running On This Laptop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Docker containers talking to each other in real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651760" cy="685800"/>
          </a:xfrm>
          <a:prstGeom prst="rect">
            <a:avLst/>
          </a:prstGeom>
          <a:solidFill>
            <a:srgbClr val="0B1E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435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SPIFFE CA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029968"/>
            <a:ext cx="2377440" cy="56692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075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authority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688336"/>
            <a:ext cx="2377440" cy="56692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27340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X.509 SVIDs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3346704"/>
            <a:ext cx="2377440" cy="56692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" y="33924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domain: demo.spiffe.io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3756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37560" y="1188720"/>
            <a:ext cx="2651760" cy="6858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6187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31920" y="12435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474720" y="2029968"/>
            <a:ext cx="2377440" cy="56692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566160" y="2075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474720" y="2688336"/>
            <a:ext cx="2377440" cy="56692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3566160" y="27340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SPIFFE identity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474720" y="3346704"/>
            <a:ext cx="2377440" cy="56692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3566160" y="33924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Service B every 10s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00800" y="1188720"/>
            <a:ext cx="2651760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61872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995160" y="12435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537960" y="2029968"/>
            <a:ext cx="2377440" cy="56692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629400" y="2075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537960" y="2688336"/>
            <a:ext cx="2377440" cy="56692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6629400" y="27340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mTLS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537960" y="3346704"/>
            <a:ext cx="2377440" cy="56692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6629400" y="33924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caller SPIFFE ID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2926080" y="2834640"/>
            <a:ext cx="1325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086100" y="2514600"/>
            <a:ext cx="100584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Text 31"/>
          <p:cNvSpPr/>
          <p:nvPr/>
        </p:nvSpPr>
        <p:spPr>
          <a:xfrm>
            <a:off x="3086100" y="2532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SVID issuance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5989320" y="2834640"/>
            <a:ext cx="-17373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617720" y="2514600"/>
            <a:ext cx="100584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Text 34"/>
          <p:cNvSpPr/>
          <p:nvPr/>
        </p:nvSpPr>
        <p:spPr>
          <a:xfrm>
            <a:off x="4617720" y="2532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+ identity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 at http://localhost:7000 to see the live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 — Run These Commands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502920" cy="86868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demo folder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1344168"/>
            <a:ext cx="4480560" cy="384048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3807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C:\Users\kunda\Downloads\zt-demo-web\zt-demo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40680" y="103327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your docker-compose.yml lives. All docker commands must run from here.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1965960"/>
            <a:ext cx="50292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868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 containers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2350008"/>
            <a:ext cx="4480560" cy="384048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23865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40680" y="203911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SPIFFE CA, Service A, Service B, and the Dashboard. Takes about 15 seconds.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2971800"/>
            <a:ext cx="859536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2971800"/>
            <a:ext cx="50292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6868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everything is running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3355848"/>
            <a:ext cx="4480560" cy="384048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3924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40680" y="304495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 4 containers all showing 'Up'. If any show 'Restarting' wait 10 more seconds.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3977640"/>
            <a:ext cx="502920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160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86868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 in browser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68680" y="4361688"/>
            <a:ext cx="4480560" cy="384048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" y="43982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http://localhost:7000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40680" y="405079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main screen during the demo. Keep it visible on the projector.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Scenario 1 — Happy Path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0120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System Working Correctly"  ·  8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demonstrate: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8595360" cy="713232"/>
          </a:xfrm>
          <a:prstGeom prst="rect">
            <a:avLst/>
          </a:prstGeom>
          <a:solidFill>
            <a:srgbClr val="0F24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15179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SPIFFE CA issuing X.509 certificates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32688" y="1847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gets a cryptographic identity — not an IP, not a password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2286000"/>
            <a:ext cx="8595360" cy="713232"/>
          </a:xfrm>
          <a:prstGeom prst="rect">
            <a:avLst/>
          </a:prstGeom>
          <a:solidFill>
            <a:srgbClr val="0F24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231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3408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SPIFFE ID inside the certificate (SAN URI field)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32688" y="2670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spiffe://demo.spiffe.io/service-a — this is the workload identity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3108960"/>
            <a:ext cx="8595360" cy="713232"/>
          </a:xfrm>
          <a:prstGeom prst="rect">
            <a:avLst/>
          </a:prstGeom>
          <a:solidFill>
            <a:srgbClr val="0F24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4612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" y="31638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call from Service A to Service B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32688" y="3493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verify each other — Service B logs who called it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74320" y="3931920"/>
            <a:ext cx="8595360" cy="713232"/>
          </a:xfrm>
          <a:prstGeom prst="rect">
            <a:avLst/>
          </a:prstGeom>
          <a:solidFill>
            <a:srgbClr val="0F24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6908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2688" y="39867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TTL countdown — certificate auto-rotates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32688" y="4315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TTL in demo, 1 hour in production — no human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Step by Step Commands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96112"/>
            <a:ext cx="4572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932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24358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71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command — point at green status pills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03320" y="93268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9875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"Both indicators are green. SPIFFE CA healthy. Service B healthy."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71907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719072"/>
            <a:ext cx="4572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190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1755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request 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06654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093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command — watch live table update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03320" y="175564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8105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row shows spiffe://demo.spiffe.io/service-a — cryptographic identity, not an IP."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54203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542032"/>
            <a:ext cx="4572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2578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SVID Inspector tab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288950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91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[Click] SVID Inspector → Issue &amp; Inspect Live SVID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03320" y="257860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6334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cert was issued 2 seconds ago. The SPIFFE ID is in the SAN URI — not the CN."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36499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364992"/>
            <a:ext cx="4572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3547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7240" y="3401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TTL countdown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371246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[Point at TTL bar counting down on screen]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03320" y="340156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0" y="34564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minutes TTL. Auto-rotates at 1 minute. The workload never touches the private key."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418795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4187952"/>
            <a:ext cx="4572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77240" y="4224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registered entries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" y="453542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562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[Click] Show Registered Entries button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703320" y="422452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0" y="42793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"Each entry maps a SPIFFE ID to a workload. No secrets. No credential files."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Scenario 2 — Rotation Gap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0120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the Identity Infrastructure Fails"  ·  8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demonstrate: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8595360" cy="713232"/>
          </a:xfrm>
          <a:prstGeom prst="rect">
            <a:avLst/>
          </a:prstGeom>
          <a:solidFill>
            <a:srgbClr val="0A1F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15179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SPIFFE CA mid-session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32688" y="1847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command: docker stop spiffe-ca — simulates agent crash, OOM kill, or network partition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2286000"/>
            <a:ext cx="8595360" cy="713232"/>
          </a:xfrm>
          <a:prstGeom prst="rect">
            <a:avLst/>
          </a:prstGeom>
          <a:solidFill>
            <a:srgbClr val="0A1F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231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3408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SVID expires — all mTLS calls fail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32688" y="2670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minutes the certificate is dead. SSL CERTIFICATE EXPIRED error on every call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3108960"/>
            <a:ext cx="8595360" cy="713232"/>
          </a:xfrm>
          <a:prstGeom prst="rect">
            <a:avLst/>
          </a:prstGeom>
          <a:solidFill>
            <a:srgbClr val="0A1F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4612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" y="31638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service outage with no code changes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32688" y="3493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network problem. Not a bug. Pure identity infrastructure failure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74320" y="3931920"/>
            <a:ext cx="8595360" cy="713232"/>
          </a:xfrm>
          <a:prstGeom prst="rect">
            <a:avLst/>
          </a:prstGeom>
          <a:solidFill>
            <a:srgbClr val="0A1F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6908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2688" y="39867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Auto-rotation recovers service on restart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32688" y="4315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start spiffe-ca → fresh SVIDs issued → calls resume in 15 seconds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Step by Step Commands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429768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96112"/>
            <a:ext cx="43891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3075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94183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baseline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" y="1243584"/>
            <a:ext cx="3639312" cy="32004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2710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service-b --tail 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58952" y="161848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"Calls succeeding every 10 seconds. This is our baseline."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267712"/>
            <a:ext cx="429768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267712"/>
            <a:ext cx="438912" cy="1234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26791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8952" y="231343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" y="2615184"/>
            <a:ext cx="3639312" cy="32004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26426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spiffe-ca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58952" y="299008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 is down. SVIDs can no longer rotate. Clock is running."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639312"/>
            <a:ext cx="429768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639312"/>
            <a:ext cx="438912" cy="1234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40507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8952" y="368503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dashboard turn 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" y="3986784"/>
            <a:ext cx="3639312" cy="32004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0142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[Point at red status pill on dashboard]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8952" y="436168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danger window — certs still valid for now, but expiring."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896112"/>
            <a:ext cx="429768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896112"/>
            <a:ext cx="438912" cy="1234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13075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39512" y="94183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2 minutes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39512" y="1243584"/>
            <a:ext cx="3639312" cy="32004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30" name="Text 28"/>
          <p:cNvSpPr/>
          <p:nvPr/>
        </p:nvSpPr>
        <p:spPr>
          <a:xfrm>
            <a:off x="5285232" y="12710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[Narrate while waiting — see notes]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39512" y="161848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production this is 1 hour. Teams misdiagnose as network issue."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267712"/>
            <a:ext cx="429768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267712"/>
            <a:ext cx="438912" cy="1234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6791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39512" y="231343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failure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39512" y="2615184"/>
            <a:ext cx="3639312" cy="32004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37" name="Text 35"/>
          <p:cNvSpPr/>
          <p:nvPr/>
        </p:nvSpPr>
        <p:spPr>
          <a:xfrm>
            <a:off x="5285232" y="26426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service-a --tail 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39512" y="299008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"Certificate has expired. Total outage. No code changed."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639312"/>
            <a:ext cx="429768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639312"/>
            <a:ext cx="43891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40507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39512" y="368503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39512" y="3986784"/>
            <a:ext cx="3639312" cy="32004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44" name="Text 42"/>
          <p:cNvSpPr/>
          <p:nvPr/>
        </p:nvSpPr>
        <p:spPr>
          <a:xfrm>
            <a:off x="5285232" y="40142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start spiffe-ca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39512" y="436168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"15 seconds — auto-rotation restores service. No manual cert work."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  ·  Scenario 3 — Sidecar Bypass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0120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Silent Attack"  ·  8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demonstrate: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8595360" cy="713232"/>
          </a:xfrm>
          <a:prstGeom prst="rect">
            <a:avLst/>
          </a:prstGeom>
          <a:solidFill>
            <a:srgbClr val="1A080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15179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bypasses mTLS by calling plain HTTP port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32688" y="1847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 port 8080 has no TLS — simulates sidecar suppression attack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2286000"/>
            <a:ext cx="8595360" cy="713232"/>
          </a:xfrm>
          <a:prstGeom prst="rect">
            <a:avLst/>
          </a:prstGeom>
          <a:solidFill>
            <a:srgbClr val="1A080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231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3408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returned — but caller_identity is NULL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32688" y="2670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succeeded. No error. No alert. Attacker is in.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3108960"/>
            <a:ext cx="8595360" cy="713232"/>
          </a:xfrm>
          <a:prstGeom prst="rect">
            <a:avLst/>
          </a:prstGeom>
          <a:solidFill>
            <a:srgbClr val="1A080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4612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" y="31638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comparison — SPIFFE ID vs NO IDENTITY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32688" y="3493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side: legitimate calls vs bypass calls. Only difference is missing identity.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74320" y="3931920"/>
            <a:ext cx="8595360" cy="713232"/>
          </a:xfrm>
          <a:prstGeom prst="rect">
            <a:avLst/>
          </a:prstGeom>
          <a:solidFill>
            <a:srgbClr val="1A080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6908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2688" y="39867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 fix — no cert = connection refused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32688" y="4315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PeerAuthentication STRICT mode blocks the bypass at network layer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Step by Step Commands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96112"/>
            <a:ext cx="4572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932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normal call 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24358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71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[Click] Tab 3 on dashboard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03320" y="93268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9875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legitimate call has a SPIFFE ID. This is normal."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71907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719072"/>
            <a:ext cx="457200" cy="7498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190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1755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bypass attack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06654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093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[Click] Launch Bypass Attack button on dashboard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03320" y="175564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8105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"Simulating an attacker who suppressed the sidecar."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54203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542032"/>
            <a:ext cx="457200" cy="7498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2578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200 OK + null 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288950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91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[Point at response on dashboard — caller_identity: null]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03320" y="257860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6334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"200 OK. But caller_identity is null. Attack succeeded silently."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36499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364992"/>
            <a:ext cx="457200" cy="7498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3547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7240" y="3401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log comparison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371246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[Point at request table — green SPIFFE rows vs red BYPASS]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03320" y="340156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0" y="34564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"Both returned 200 OK. Only the missing identity reveals the attack."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4187952"/>
            <a:ext cx="8686800" cy="7498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4187952"/>
            <a:ext cx="45720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77240" y="4224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STRICT mode fix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" y="4535424"/>
            <a:ext cx="2834640" cy="329184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562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[Explain — no live command needed]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703320" y="4224528"/>
            <a:ext cx="54864" cy="6766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0" y="42793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"STRICT PeerAuthentication at network layer prevents this entirely."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Closing  ·  All 3 Presenters  ·  Faculty Q&amp;A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66928"/>
          </a:xfrm>
          <a:prstGeom prst="rect">
            <a:avLst/>
          </a:prstGeom>
          <a:solidFill>
            <a:srgbClr val="0F24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57200" cy="5669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The system working correctly: every call carries cryptographic identity, every caller verified, every interaction auditable.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8595360" cy="566928"/>
          </a:xfrm>
          <a:prstGeom prst="rect">
            <a:avLst/>
          </a:prstGeom>
          <a:solidFill>
            <a:srgbClr val="0F24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457200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67335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Short-lived credentials become an operational liability without fault-tolerant rotation. The TTL is an outage timer.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566928"/>
          </a:xfrm>
          <a:prstGeom prst="rect">
            <a:avLst/>
          </a:prstGeom>
          <a:solidFill>
            <a:srgbClr val="0F24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457200" cy="5669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235915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Identity enforcement must be at the network layer. Silent bypasses leave no error signal for the application to detect.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failure surface is naming and operational decisions — not cryptography. These gaps are not yet fully addressed in NIST SP 800-207A.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8595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5387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FACULTY QUESTIONS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8595360" cy="347472"/>
          </a:xfrm>
          <a:prstGeom prst="rect">
            <a:avLst/>
          </a:prstGeom>
          <a:solidFill>
            <a:srgbClr val="0F243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31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different from regular TLS?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06240" y="3931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3931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TLS is one-way. mTLS is mutual. SPIFFE also binds identity to workload — not hostname or IP.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270248"/>
            <a:ext cx="859536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315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315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SPIFFE ID be faked?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0" y="4315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43159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without the CA private key. Any tampering breaks the signature and TLS handshake fails immediately.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654296"/>
            <a:ext cx="8595360" cy="347472"/>
          </a:xfrm>
          <a:prstGeom prst="rect">
            <a:avLst/>
          </a:prstGeom>
          <a:solidFill>
            <a:srgbClr val="0F243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700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700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original contribution?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0" y="4700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0560" y="47000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as dominant failure surface. Trust domain misconfiguration cannot self-heal — must be caught at CI layer.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Demo — Step by Step</dc:title>
  <dc:subject>PptxGenJS Presentation</dc:subject>
  <dc:creator>PptxGenJS</dc:creator>
  <cp:lastModifiedBy>PptxGenJS</cp:lastModifiedBy>
  <cp:revision>1</cp:revision>
  <dcterms:created xsi:type="dcterms:W3CDTF">2026-05-29T21:14:37Z</dcterms:created>
  <dcterms:modified xsi:type="dcterms:W3CDTF">2026-05-29T21:14:37Z</dcterms:modified>
</cp:coreProperties>
</file>